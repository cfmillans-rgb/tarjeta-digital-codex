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/>
            </a:pPr>
            <a:r>
              <a:t>Digitaliza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Capital Abeja Emprende 2026</a:t>
            </a:r>
          </a:p>
          <a:p>
            <a:r>
              <a:t>Manual de Presentación y Defensa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Mi Empresa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Rubro: Servicios informáticos.</a:t>
            </a:r>
          </a:p>
          <a:p>
            <a:pPr/>
            <a:r>
              <a:t>¿Qué hacemos? Desarrollo de landing pages profesionales orientadas a la conversión.</a:t>
            </a:r>
          </a:p>
          <a:p>
            <a:pPr/>
            <a:r>
              <a:t>Objetivo: Ayudar a profesionales, emprendedores y microempresas a conseguir más clientes mediante una presencia digital rápida y efectiva.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 que Resolvemos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Muchas microempresas no tienen página web porque:</a:t>
            </a:r>
          </a:p>
          <a:p>
            <a:pPr/>
            <a:r>
              <a:t>• Las agencias tradicionales son costosas.</a:t>
            </a:r>
          </a:p>
          <a:p>
            <a:pPr/>
            <a:r>
              <a:t>• Los tiempos de entrega son largos.</a:t>
            </a:r>
          </a:p>
          <a:p>
            <a:pPr/>
            <a:r>
              <a:t>• Crear una página por cuenta propia requiere conocimientos técnicos.</a:t>
            </a:r>
          </a:p>
          <a:p>
            <a:pPr/>
            <a:r>
              <a:t>Digitaliza Lab elimina esas barreras ofreciendo una solución rápida, simple y accesible.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Propuesta de Valor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Landing page profesional.</a:t>
            </a:r>
          </a:p>
          <a:p>
            <a:pPr/>
            <a:r>
              <a:t>Entrega en 72 horas hábiles.</a:t>
            </a:r>
          </a:p>
          <a:p>
            <a:pPr/>
            <a:r>
              <a:t>Precio fijo de $99.990.</a:t>
            </a:r>
          </a:p>
          <a:p>
            <a:pPr/>
            <a:r>
              <a:t>Todo incluido en un solo servicio (sin costos ocultos):</a:t>
            </a:r>
          </a:p>
          <a:p>
            <a:pPr/>
            <a:r>
              <a:t>• Dominio incluido.</a:t>
            </a:r>
          </a:p>
          <a:p>
            <a:pPr/>
            <a:r>
              <a:t>• Hosting incluido.</a:t>
            </a:r>
          </a:p>
          <a:p>
            <a:pPr/>
            <a:r>
              <a:t>• Certificado SSL.</a:t>
            </a:r>
          </a:p>
          <a:p>
            <a:pPr/>
            <a:r>
              <a:t>• Correo corporativo por un año.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Nuestros Clientes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Profesionales independientes</a:t>
            </a:r>
          </a:p>
          <a:p>
            <a:pPr/>
            <a:r>
              <a:t>• Abogados, psicólogos, arquitectos, etc.</a:t>
            </a:r>
          </a:p>
          <a:p>
            <a:pPr/>
            <a:r>
              <a:t>• Necesitan mejorar su imagen profesional.</a:t>
            </a:r>
          </a:p>
          <a:p>
            <a:pPr/>
          </a:p>
          <a:p>
            <a:pPr/>
            <a:r>
              <a:t>Microempresas</a:t>
            </a:r>
          </a:p>
          <a:p>
            <a:pPr/>
            <a:r>
              <a:t>• Construcción, transporte, servicios técnicos, etc.</a:t>
            </a:r>
          </a:p>
          <a:p>
            <a:pPr/>
            <a:r>
              <a:t>• Necesitan captar clientes.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Emprendedores</a:t>
            </a:r>
          </a:p>
          <a:p>
            <a:pPr/>
            <a:r>
              <a:t>• Velas, cosmética, tiendas.</a:t>
            </a:r>
          </a:p>
          <a:p>
            <a:pPr/>
            <a:r>
              <a:t>• Necesitan vender por internet.</a:t>
            </a:r>
          </a:p>
          <a:p>
            <a:pPr/>
          </a:p>
          <a:p>
            <a:pPr/>
            <a:r>
              <a:t>Punto en común:</a:t>
            </a:r>
          </a:p>
          <a:p>
            <a:pPr/>
            <a:r>
              <a:t>No poseen una presencia digital profesional.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Diferenciadores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Rapidez: Entrega garantizada en 72 horas.</a:t>
            </a:r>
          </a:p>
          <a:p>
            <a:pPr/>
            <a:r>
              <a:t>2. Todo incluido: No existen cobros separados. El cliente recibe dominio, hosting, SSL y correo.</a:t>
            </a:r>
          </a:p>
          <a:p>
            <a:pPr/>
            <a:r>
              <a:t>3. Conversión: No se diseña solamente una página bonita. Se construye una herramienta para conseguir clientes.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y 6. Validación y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Validación</a:t>
            </a:r>
          </a:p>
          <a:p>
            <a:pPr/>
            <a:r>
              <a:t>• El negocio ya fue probado en distintos rubros.</a:t>
            </a:r>
          </a:p>
          <a:p>
            <a:pPr/>
            <a:r>
              <a:t>• Se validaron tiempos, proceso, calidad y escalabilidad.</a:t>
            </a:r>
          </a:p>
          <a:p>
            <a:pPr/>
            <a:r>
              <a:t>• El subsidio es para fortalecer y escalar un negocio que ya funciona.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Modelo de Negocio</a:t>
            </a:r>
          </a:p>
          <a:p>
            <a:pPr/>
            <a:r>
              <a:t>• Venta principal: Landing Page a $99.990</a:t>
            </a:r>
          </a:p>
          <a:p>
            <a:pPr/>
            <a:r>
              <a:t>• Ingresos futuros:</a:t>
            </a:r>
          </a:p>
          <a:p>
            <a:pPr/>
            <a:r>
              <a:t>  - Mantenciones</a:t>
            </a:r>
          </a:p>
          <a:p>
            <a:pPr/>
            <a:r>
              <a:t>  - Renovaciones de dominio y hosting</a:t>
            </a:r>
          </a:p>
          <a:p>
            <a:pPr/>
            <a:r>
              <a:t>  - Correo corporativo adicional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7., 8. y 9. Operación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Proceso de Trabajo</a:t>
            </a:r>
          </a:p>
          <a:p>
            <a:pPr/>
            <a:r>
              <a:t>1. Cliente solicita vía Formulario</a:t>
            </a:r>
          </a:p>
          <a:p>
            <a:pPr/>
            <a:r>
              <a:t>2. Diseño y Programación</a:t>
            </a:r>
          </a:p>
          <a:p>
            <a:pPr/>
            <a:r>
              <a:t>3. Revisión con el cliente</a:t>
            </a:r>
          </a:p>
          <a:p>
            <a:pPr/>
            <a:r>
              <a:t>4. Publicación y Entrega</a:t>
            </a:r>
          </a:p>
          <a:p>
            <a:pPr/>
            <a:r>
              <a:t>5. Soporte y Postventa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Canales y Alianzas</a:t>
            </a:r>
          </a:p>
          <a:p>
            <a:pPr/>
            <a:r>
              <a:t>• Canales: Sitio web, Instagram, Facebook, Mercado Libre, WhatsApp Business.</a:t>
            </a:r>
          </a:p>
          <a:p>
            <a:pPr/>
            <a:r>
              <a:t>• Alianzas clave:</a:t>
            </a:r>
          </a:p>
          <a:p>
            <a:pPr/>
            <a:r>
              <a:t>  - NIC Chile y Proveedor Hosting.</a:t>
            </a:r>
          </a:p>
          <a:p>
            <a:pPr/>
            <a:r>
              <a:t>  - Mercado Pago.</a:t>
            </a:r>
          </a:p>
          <a:p>
            <a:pPr/>
            <a:r>
              <a:t>  - Profesionales (Contadores, Fotógrafos, Diseñadores).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Sustentabilidad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Impacto Actual</a:t>
            </a:r>
          </a:p>
          <a:p>
            <a:pPr/>
            <a:r>
              <a:t>• Servicio 100% digital.</a:t>
            </a:r>
          </a:p>
          <a:p>
            <a:pPr/>
            <a:r>
              <a:t>• Cero uso de papel.</a:t>
            </a:r>
          </a:p>
          <a:p>
            <a:pPr/>
            <a:r>
              <a:t>• Sin traslados físicos.</a:t>
            </a:r>
          </a:p>
          <a:p>
            <a:pPr/>
            <a:r>
              <a:t>• Menor huella de carbono.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Proyección a Futuro</a:t>
            </a:r>
          </a:p>
          <a:p>
            <a:pPr/>
            <a:r>
              <a:t>• Migración a Green Hosting.</a:t>
            </a:r>
          </a:p>
          <a:p>
            <a:pPr/>
            <a:r>
              <a:t>• Uso de equipos más eficientes energéticamente.</a:t>
            </a:r>
          </a:p>
          <a:p>
            <a:pPr/>
            <a:r>
              <a:t>• Fomento del reciclaje electrónico.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Presupuesto (Total: $3.500.000)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Gestión empresarial ($500.000): Constitución empresa, Meta Ads + Google Ads.</a:t>
            </a:r>
          </a:p>
          <a:p>
            <a:pPr/>
            <a:r>
              <a:t>• Activos Fijos ($1.760.000): Notebook profesional, Monitor 27 pulgadas, Mouse y Teclado ergonómicos.</a:t>
            </a:r>
          </a:p>
          <a:p>
            <a:pPr/>
            <a:r>
              <a:t>• Activos Intangibles ($740.000): ChatGPT Plus, Cursor Pro, Canva Pro, Google Workspace, Registro INAPI.</a:t>
            </a:r>
          </a:p>
          <a:p>
            <a:pPr/>
            <a:r>
              <a:t>• Capital de Trabajo ($500.000): Dominios, Hosting, Envato Elements.</a:t>
            </a:r>
          </a:p>
          <a:p>
            <a:pPr/>
          </a:p>
          <a:p>
            <a:pPr/>
            <a:r>
              <a:t>Nota: Las herramientas (Cursor Pro, Canva, Workspace) fortalecen directamente la productividad del negocio.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¿Por qué cada compra?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Notebook y Monitor: Estación principal de trabajo para desarrollo, IA y diseño concurrente con mayor espacio visual.</a:t>
            </a:r>
          </a:p>
          <a:p>
            <a:pPr/>
            <a:r>
              <a:t>• Ergonomía (Mouse/Teclado): Prevención de lesiones en largas jornadas de programación.</a:t>
            </a:r>
          </a:p>
          <a:p>
            <a:pPr/>
            <a:r>
              <a:t>• IA y Herramientas (ChatGPT Plus, Cursor Pro): Multiplica la productividad en código, SEO y textos comerciales.</a:t>
            </a:r>
          </a:p>
          <a:p>
            <a:pPr/>
            <a:r>
              <a:t>• Canva Pro y Workspace: Diseño ágil para redes y gestión corporativa formal.</a:t>
            </a:r>
          </a:p>
          <a:p>
            <a:pPr/>
            <a:r>
              <a:t>• Registro Marca INAPI: Protección y formalidad legal.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Proyecto y 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 del Proyecto:</a:t>
            </a:r>
          </a:p>
          <a:p>
            <a:pPr/>
            <a:r>
              <a:t>Formalizar la empresa, fortalecer la infraestructura, profesionalizar la operación y escalar ventas mediante publicidad.</a:t>
            </a:r>
          </a:p>
          <a:p>
            <a:pPr/>
          </a:p>
          <a:p>
            <a:pPr/>
            <a:r>
              <a:t>Conclusión:</a:t>
            </a:r>
          </a:p>
          <a:p>
            <a:pPr/>
            <a:r>
              <a:t>"El subsidio no está destinado a crear la idea de negocio desde cero, sino a fortalecer una empresa que ya validó su servicio. La inversión permitirá formalizar Digitaliza Lab, mejorar su capacidad operativa, aumentar la productividad y captar más clientes para consolidar un negocio sostenible en el tiempo."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